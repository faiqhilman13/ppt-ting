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rgbClr val="BFDBFE"/>
          </a:solidFill>
          <a:ln w="15875">
            <a:solidFill>
              <a:srgbClr val="1D4ED8"/>
            </a:solidFill>
          </a:ln>
        </p:spPr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rPr sz="3400" b="1">
                <a:solidFill>
                  <a:srgbClr val="0F172A"/>
                </a:solidFill>
              </a:rPr>
              <a:t>Scratch Styling Smoke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rgbClr val="FFFFFF"/>
          </a:solidFill>
          <a:ln w="15875">
            <a:solidFill>
              <a:srgbClr val="93C5FD"/>
            </a:solidFill>
          </a:ln>
        </p:spPr>
        <p:txBody>
          <a:bodyPr/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rPr sz="1600" b="0">
                <a:solidFill>
                  <a:srgbClr val="1E293B"/>
                </a:solidFill>
              </a:rPr>
              <a:t>Should not be plain white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293B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BFDBFE"/>
          </a:solidFill>
          <a:ln w="15875">
            <a:solidFill>
              <a:srgbClr val="1D4ED8"/>
            </a:solidFill>
          </a:ln>
        </p:spPr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 sz="2800" b="1">
                <a:solidFill>
                  <a:srgbClr val="0F172A"/>
                </a:solidFill>
              </a:rPr>
              <a:t>Slide with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FFFFFF"/>
          </a:solidFill>
          <a:ln w="15875">
            <a:solidFill>
              <a:srgbClr val="93C5FD"/>
            </a:solidFill>
          </a:ln>
        </p:spPr>
        <p:txBody>
          <a:bodyPr/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rPr sz="1400" b="0">
                <a:solidFill>
                  <a:srgbClr val="1E293B"/>
                </a:solidFill>
              </a:rPr>
              <a:t>Point one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400" b="0">
                <a:solidFill>
                  <a:srgbClr val="1E293B"/>
                </a:solidFill>
              </a:rPr>
              <a:t>Point two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400" b="0">
                <a:solidFill>
                  <a:srgbClr val="1E293B"/>
                </a:solidFill>
              </a:rPr>
              <a:t>Point three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400" b="0">
                <a:solidFill>
                  <a:srgbClr val="1E293B"/>
                </a:solidFill>
              </a:rPr>
              <a:t>Body text block for visual test.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400" b="0">
                <a:solidFill>
                  <a:srgbClr val="1E293B"/>
                </a:solidFill>
              </a:rPr>
              <a:t>Source: Smoke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E293B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