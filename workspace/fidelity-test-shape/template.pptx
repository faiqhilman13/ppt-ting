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10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17">
                <a:solidFill>
                  <a:srgbClr val="FF0000"/>
                </a:solidFill>
              </a:rPr>
              <a:t>Old </a:t>
            </a:r>
            <a:r>
              <a:rPr i="1" sz="1417">
                <a:solidFill>
                  <a:srgbClr val="0000FF"/>
                </a:solidFill>
              </a:rPr>
              <a:t>Heading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